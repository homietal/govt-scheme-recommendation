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3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0220D-BD2A-4FC7-B11B-063FB4C24A1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A1C44-3236-4685-8727-E2935466BF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8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A1C44-3236-4685-8727-E2935466BF5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7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078" y="453643"/>
            <a:ext cx="10993549" cy="148960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         Family-Centric Government</a:t>
            </a:r>
            <a:br>
              <a:rPr lang="en-US" sz="4000" dirty="0"/>
            </a:br>
            <a:r>
              <a:rPr lang="en-US" sz="4000" dirty="0"/>
              <a:t>      Scheme Eligibility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921" y="1961343"/>
            <a:ext cx="10993546" cy="1079822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Hackathon Project</a:t>
            </a:r>
          </a:p>
          <a:p>
            <a:pPr algn="ctr"/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        Smart Governance using Technology</a:t>
            </a: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239014"/>
            <a:ext cx="12192000" cy="3628034"/>
          </a:xfrm>
          <a:prstGeom prst="rect">
            <a:avLst/>
          </a:prstGeom>
        </p:spPr>
      </p:pic>
      <p:sp>
        <p:nvSpPr>
          <p:cNvPr id="4" name="AutoShape 2" descr="Tamil Nadu State Emblem PNG Images - CleanPNG">
            <a:extLst>
              <a:ext uri="{FF2B5EF4-FFF2-40B4-BE49-F238E27FC236}">
                <a16:creationId xmlns:a16="http://schemas.microsoft.com/office/drawing/2014/main" id="{8CF704C9-AB90-9CF2-7F42-4716A198A5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5FD8AE-DA09-12A3-1D64-B621B6FCC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inking Man Question Mark Images – Browse 57,855 Stock Photos, Vectors,  and Video | Adobe Stock">
            <a:extLst>
              <a:ext uri="{FF2B5EF4-FFF2-40B4-BE49-F238E27FC236}">
                <a16:creationId xmlns:a16="http://schemas.microsoft.com/office/drawing/2014/main" id="{F3B9B8BD-6316-BE2B-5968-176EFCAFF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62" y="149942"/>
            <a:ext cx="11484076" cy="717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402" y="323194"/>
            <a:ext cx="11029616" cy="1188720"/>
          </a:xfrm>
        </p:spPr>
        <p:txBody>
          <a:bodyPr>
            <a:normAutofit/>
          </a:bodyPr>
          <a:lstStyle/>
          <a:p>
            <a:r>
              <a:rPr lang="en-IN" sz="3600" dirty="0"/>
              <a:t>                                 Problem Statement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DA587E-AB1C-5555-76C3-D2889E362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26232"/>
            <a:ext cx="11029615" cy="3634486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Citizens lack awareness of age-based government schemes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Basic Required documents for a Person which may vary by age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the  Information’s (Schemes/Scholarships…) are spread                                          across multiple portals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7C388A-4C6D-BE52-0CBD-847765801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270+ Glowing Bulb Eureka Moment Stock Photos, Pictures &amp; Royalty-Free  Images - iStock">
            <a:extLst>
              <a:ext uri="{FF2B5EF4-FFF2-40B4-BE49-F238E27FC236}">
                <a16:creationId xmlns:a16="http://schemas.microsoft.com/office/drawing/2014/main" id="{FA888244-A672-DE5A-6156-62A942896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3"/>
            <a:ext cx="12192000" cy="692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16F834-1C84-C213-91E1-B8926274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921" y="382842"/>
            <a:ext cx="8611969" cy="1188720"/>
          </a:xfrm>
        </p:spPr>
        <p:txBody>
          <a:bodyPr/>
          <a:lstStyle/>
          <a:p>
            <a:r>
              <a:rPr lang="en-IN" dirty="0"/>
              <a:t>                     </a:t>
            </a:r>
            <a:r>
              <a:rPr lang="en-IN" sz="3600" dirty="0"/>
              <a:t>   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E0C215-8FC7-8AF2-49A2-72B7FF83A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177" y="1835274"/>
            <a:ext cx="11177645" cy="5009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20000"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 centralized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age-based government schemes and services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20000"/>
              <a:buFont typeface="Wingdings" panose="05000000000000000000" pitchFamily="2" charset="2"/>
              <a:buChar char="§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Family login using Ration Card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access to all family members in one place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20000"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calculation using Date of Birth (DOB)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eligibility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20000"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eligible government schemes, scholarships, and services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one dashboard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20000"/>
              <a:buFont typeface="Wingdings" panose="05000000000000000000" pitchFamily="2" charset="2"/>
              <a:buChar char="§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official application links and guidance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dependency on multiple portals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BF97-E1E5-3E2E-80F8-AE3353526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0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D6BF80-83E2-D938-B29E-3A8B0F6F0E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85811"/>
            <a:ext cx="12192000" cy="6040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3006BE-FC13-1C9A-DB48-3E0485174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644" y="137652"/>
            <a:ext cx="11029616" cy="1188720"/>
          </a:xfrm>
        </p:spPr>
        <p:txBody>
          <a:bodyPr>
            <a:normAutofit/>
          </a:bodyPr>
          <a:lstStyle/>
          <a:p>
            <a:r>
              <a:rPr lang="en-IN" sz="4000" dirty="0"/>
              <a:t>                       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510A-A962-B82A-F922-95E4233CB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091"/>
            <a:ext cx="11029615" cy="3634486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Login using Ration Card via OTP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View family members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Click member → View schemes &amp; documents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Displaying Eligible Government Schemes/Scholarship’s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Guiding application links for Required documents based on User Age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E379C-5404-ACCF-ADDC-2549A0BDF0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C4F0-96B2-7F48-2727-951311EE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4226" y="377311"/>
            <a:ext cx="5023194" cy="118872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B753-9A29-967A-98E5-AFABC613D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219" y="2409691"/>
            <a:ext cx="11502652" cy="3634486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Family members can access only via registered mobile number OTP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Age-based eligibility engine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Centralized government information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Easy-to-use Application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Ensures High level Encryption</a:t>
            </a:r>
          </a:p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Preventive awareness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Automatic Scalable for future schemes</a:t>
            </a:r>
          </a:p>
          <a:p>
            <a:pPr marL="0" indent="0"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AF9B3-8BE5-544E-3309-A76430A6C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0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5547-7736-31F6-C0C4-626B8937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2586" y="288290"/>
            <a:ext cx="4836382" cy="1188720"/>
          </a:xfrm>
        </p:spPr>
        <p:txBody>
          <a:bodyPr>
            <a:normAutofit/>
          </a:bodyPr>
          <a:lstStyle/>
          <a:p>
            <a:r>
              <a:rPr lang="en-IN" sz="4000" dirty="0"/>
              <a:t>User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10E646-9AF6-D82C-68E1-7EE71F0DC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007D9D-37AA-14A7-5A1C-255306FDA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00" y="1800932"/>
            <a:ext cx="10072800" cy="45978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30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E62F-4526-56E0-E4C1-C5F6E9DD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743" y="141718"/>
            <a:ext cx="5180511" cy="1188720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Technological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6AB09-8E30-DF51-CB71-1917EA7CB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5" y="1888580"/>
            <a:ext cx="11029615" cy="3634486"/>
          </a:xfrm>
        </p:spPr>
        <p:txBody>
          <a:bodyPr/>
          <a:lstStyle/>
          <a:p>
            <a:r>
              <a:rPr lang="en-IN" sz="3200" dirty="0"/>
              <a:t>Backend: Node.js / Python</a:t>
            </a:r>
          </a:p>
          <a:p>
            <a:r>
              <a:rPr lang="en-IN" sz="3200" dirty="0"/>
              <a:t>Frontend: Flutter(Multi-Platform Functionality)</a:t>
            </a:r>
          </a:p>
          <a:p>
            <a:r>
              <a:rPr lang="en-IN" sz="3200" dirty="0"/>
              <a:t>Database: PostgreSQL</a:t>
            </a:r>
          </a:p>
          <a:p>
            <a:r>
              <a:rPr lang="en-IN" sz="3200" dirty="0"/>
              <a:t>APIs: REST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FA67D-105C-6ED6-B65E-2617CDC32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1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35,600+ Handing Over Documents Stock Illustrations, Royalty-Free Vector  Graphics &amp; Clip Art - iStock | Implementation">
            <a:extLst>
              <a:ext uri="{FF2B5EF4-FFF2-40B4-BE49-F238E27FC236}">
                <a16:creationId xmlns:a16="http://schemas.microsoft.com/office/drawing/2014/main" id="{0F0231F4-2D6C-C69A-BB17-ACFA33A4D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304"/>
            <a:ext cx="12192000" cy="641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61C66-DE87-734A-A961-79823307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786" y="495679"/>
            <a:ext cx="11029616" cy="1188720"/>
          </a:xfrm>
        </p:spPr>
        <p:txBody>
          <a:bodyPr>
            <a:normAutofit/>
          </a:bodyPr>
          <a:lstStyle/>
          <a:p>
            <a:r>
              <a:rPr lang="en-IN" sz="4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7B95A-762F-C5C4-74B0-24A49E597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411" y="2207809"/>
            <a:ext cx="9623602" cy="363448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One platform to guide every citizen on </a:t>
            </a:r>
            <a:r>
              <a:rPr lang="en-US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“what they are eligible for and when to apply”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AE9BE-E3C7-EF88-D389-6300F5D7B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256" y="661762"/>
            <a:ext cx="1249329" cy="1249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99E224-98A9-CB40-A4BA-9723F9FF7250}"/>
              </a:ext>
            </a:extLst>
          </p:cNvPr>
          <p:cNvSpPr txBox="1"/>
          <p:nvPr/>
        </p:nvSpPr>
        <p:spPr>
          <a:xfrm>
            <a:off x="3854245" y="5488352"/>
            <a:ext cx="4336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149819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{FC5DA7E1-0F70-41F6-A82A-426B771B5801}TF201209c3-d067-44f9-a26f-c8f216c4431347f6cf9d_win32-4021059b889a</Template>
  <TotalTime>129</TotalTime>
  <Words>229</Words>
  <Application>Microsoft Office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Arial Black</vt:lpstr>
      <vt:lpstr>Franklin Gothic Book</vt:lpstr>
      <vt:lpstr>Franklin Gothic Demi</vt:lpstr>
      <vt:lpstr>Wingdings</vt:lpstr>
      <vt:lpstr>Wingdings 2</vt:lpstr>
      <vt:lpstr>DividendVTI</vt:lpstr>
      <vt:lpstr>         Family-Centric Government       Scheme Eligibility application</vt:lpstr>
      <vt:lpstr>                                 Problem Statement</vt:lpstr>
      <vt:lpstr>                        Proposed Solution</vt:lpstr>
      <vt:lpstr>                        How It Works</vt:lpstr>
      <vt:lpstr>   Key Features</vt:lpstr>
      <vt:lpstr>User Flow</vt:lpstr>
      <vt:lpstr>Technological Stack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Gokulnath K</dc:creator>
  <cp:lastModifiedBy>Gokulnath K</cp:lastModifiedBy>
  <cp:revision>3</cp:revision>
  <dcterms:created xsi:type="dcterms:W3CDTF">2026-01-31T15:41:53Z</dcterms:created>
  <dcterms:modified xsi:type="dcterms:W3CDTF">2026-01-31T17:51:33Z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